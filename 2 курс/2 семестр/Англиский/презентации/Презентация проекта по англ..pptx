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3D3F"/>
    <a:srgbClr val="3D3E40"/>
    <a:srgbClr val="3E3F41"/>
    <a:srgbClr val="D5D5D5"/>
    <a:srgbClr val="343537"/>
    <a:srgbClr val="2E2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36727-C2C3-4DB1-9E0F-DD83D31589C0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746921-8F92-42EF-ABD9-3EDC8ADE2C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636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46921-8F92-42EF-ABD9-3EDC8ADE2C6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951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F9D127-E60B-2832-B711-61C9A1111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F9A95BB-CB5B-3842-67F5-52EBDF4AE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071ECA-C7A7-6B5B-2677-3CEE72F9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B141-C0A0-4766-B168-F783D523050C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6B42E8-73B6-C86B-C2B4-E4E440F2F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029C01-6C86-299F-D764-F1536A188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AD41-404C-43EA-B0FC-4122A03500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694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9D59B4-E6FD-5E14-2788-E5BACB2FC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8C825A-FB5D-5CDC-5015-D05968EA7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22835B-F599-BDAB-6CCE-06B955DA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B141-C0A0-4766-B168-F783D523050C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6791AE-DB38-5EE1-E3B8-2D40DEB86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BDAA37-0ED6-B356-F6CA-DDA9DDEFC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AD41-404C-43EA-B0FC-4122A03500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718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88237C-C321-C32D-79AC-84C478CBC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079DB1-CD84-2967-D6E5-BF1CF2915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26F022-32EA-1F9A-885D-A416D13D1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B141-C0A0-4766-B168-F783D523050C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D0A982-B89A-3035-2116-DD7B2F6C4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CE4586-3DEE-77AD-7C3A-80150BD11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AD41-404C-43EA-B0FC-4122A03500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672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870E6-6574-E6AB-3341-CB6F81BF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CBD1FF-9A35-4866-DE6F-422D6BDB0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B8E5CC2-B0C5-CE95-2D4B-F2DFF8000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B923E5-93A8-D41A-F819-C8EA9ECB4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B141-C0A0-4766-B168-F783D523050C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7F2B49-B432-864F-D5FE-F220815D8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3FC50D-6590-426C-3E24-4461BD05F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AD41-404C-43EA-B0FC-4122A03500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212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BB8D2-1650-EE65-D588-B37BB2340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EDE8F5-1BB3-E74F-2BD3-DB9BDF856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6D0544-C66F-E9FD-8ECB-51F1D08B5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B4FC206-1716-058D-C849-30DFAC8A36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D80F753-1B0C-2620-51C9-69108E1E3D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A8494C5-8FE9-CCFE-8F3E-2FA0BA0EC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B141-C0A0-4766-B168-F783D523050C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DD85367-36EB-5E2D-4291-898576666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18693D-8D87-991E-E705-CCE4532F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AD41-404C-43EA-B0FC-4122A03500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9352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C85C7B-E872-422B-08D6-A1EBA80E0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E5059F2-408A-667A-4E52-F179259E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B141-C0A0-4766-B168-F783D523050C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0B0FF5A-027F-5A46-7A0E-F8A8AFC20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8006371-79AF-274B-94AD-DEAC8B03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AD41-404C-43EA-B0FC-4122A03500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85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854FC6E-FE27-46C8-91ED-D98E89856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B141-C0A0-4766-B168-F783D523050C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40D2832-E458-9522-0C72-65FA0EB4F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F0D219-7012-B792-86ED-04748224F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AD41-404C-43EA-B0FC-4122A03500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01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886C58-5CF0-BE3D-B391-978CA9F38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7F45A1-B32D-6CF7-1ED2-AB0BA120F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F3E6C8-7961-AFBE-802B-457FE6B3E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475355-BFDE-EA25-8F5B-C0D5209B9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B141-C0A0-4766-B168-F783D523050C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372BB2-CBE2-F82A-0CBE-FC0BBD8D7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659D8B-6B49-EE3E-C3FE-B47E04A5E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AD41-404C-43EA-B0FC-4122A03500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505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C05B6-B9A7-A30B-85D2-002FC7DB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27EF5CD-0621-C84A-75BC-E71FBE9CB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4077B7-FC44-E2E5-5CF3-EE26D7297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B3B777-8491-38D4-A7E1-44764B486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B141-C0A0-4766-B168-F783D523050C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5586718-C55E-FCDA-BE92-3F5DF3079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EECF89-45B6-5CF5-BA58-7DE33D5F5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AD41-404C-43EA-B0FC-4122A03500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6555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873FDB-CDF9-C6A6-CE24-5B4F48A95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BB3330-C7ED-21CF-E2BC-BBD7B6382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D8843F-3D91-503D-43D3-33846EF86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B141-C0A0-4766-B168-F783D523050C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6D9C1D-0AFE-6B72-EC8C-15DF799A3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AA4303-CCF3-CF42-C730-9D0C2F7F8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AD41-404C-43EA-B0FC-4122A03500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435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F1B388C-88B5-EF1C-0E44-251ED21F41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C75471F-2F9F-BB29-6E5A-F37A533C8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74884-C8B2-F6C4-571C-52BA10D20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B141-C0A0-4766-B168-F783D523050C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C1D76B-0DE6-6EB5-369E-B4E8ACC6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51268B-2BF8-2657-8E4E-438473CE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6AD41-404C-43EA-B0FC-4122A03500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772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08835-B8F6-31FB-612B-C5D2083E2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115189-0D85-20BC-A7FE-0534D56FD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42A3F6-FA41-AFCF-F1C6-D5AC99749A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4B141-C0A0-4766-B168-F783D523050C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00D1B-7034-8FB5-CF6A-B3B9D01CF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5676C8-874B-F2CD-1635-14E93B28B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6AD41-404C-43EA-B0FC-4122A03500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20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78F08C-E2F3-74A4-D872-14594CB975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2DC9B8-4CB6-6AF8-BABB-0BBED3035B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C6B063B-89EB-C8C3-9E61-2AC19A165B3F}"/>
              </a:ext>
            </a:extLst>
          </p:cNvPr>
          <p:cNvGrpSpPr/>
          <p:nvPr/>
        </p:nvGrpSpPr>
        <p:grpSpPr>
          <a:xfrm>
            <a:off x="962526" y="-11002"/>
            <a:ext cx="10266947" cy="6880005"/>
            <a:chOff x="962526" y="-11002"/>
            <a:chExt cx="10266947" cy="6880005"/>
          </a:xfrm>
        </p:grpSpPr>
        <p:pic>
          <p:nvPicPr>
            <p:cNvPr id="5" name="Рисунок 4" descr="Изображение выглядит как дом, дизайн, черно-белый, искусство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5E3B253B-75E1-2F56-2516-71D3C1A06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1498" y="0"/>
              <a:ext cx="6869003" cy="6869003"/>
            </a:xfrm>
            <a:prstGeom prst="rect">
              <a:avLst/>
            </a:prstGeom>
            <a:solidFill>
              <a:srgbClr val="3D3E40"/>
            </a:solidFill>
          </p:spPr>
        </p:pic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9B280B2-9EB0-8BC3-8F18-6A84F7DF77AE}"/>
                </a:ext>
              </a:extLst>
            </p:cNvPr>
            <p:cNvSpPr/>
            <p:nvPr/>
          </p:nvSpPr>
          <p:spPr>
            <a:xfrm>
              <a:off x="962526" y="-11001"/>
              <a:ext cx="1698972" cy="686900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541EC18-83A1-6FA8-2E4A-0540028A351D}"/>
                </a:ext>
              </a:extLst>
            </p:cNvPr>
            <p:cNvSpPr/>
            <p:nvPr/>
          </p:nvSpPr>
          <p:spPr>
            <a:xfrm>
              <a:off x="9530501" y="-11002"/>
              <a:ext cx="1698972" cy="686900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4E9B7EB-457C-A388-D428-0772CDE2B25C}"/>
              </a:ext>
            </a:extLst>
          </p:cNvPr>
          <p:cNvSpPr/>
          <p:nvPr/>
        </p:nvSpPr>
        <p:spPr>
          <a:xfrm>
            <a:off x="2661497" y="0"/>
            <a:ext cx="6869003" cy="6858000"/>
          </a:xfrm>
          <a:prstGeom prst="rect">
            <a:avLst/>
          </a:prstGeom>
          <a:gradFill>
            <a:gsLst>
              <a:gs pos="0">
                <a:schemeClr val="bg1">
                  <a:lumMod val="95000"/>
                  <a:alpha val="50000"/>
                </a:schemeClr>
              </a:gs>
              <a:gs pos="63000">
                <a:schemeClr val="bg2">
                  <a:lumMod val="50000"/>
                </a:schemeClr>
              </a:gs>
              <a:gs pos="100000">
                <a:srgbClr val="3C3D3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AFA150-4B2F-D9EE-F541-C9D3602F6C9E}"/>
              </a:ext>
            </a:extLst>
          </p:cNvPr>
          <p:cNvSpPr txBox="1"/>
          <p:nvPr/>
        </p:nvSpPr>
        <p:spPr>
          <a:xfrm>
            <a:off x="6804012" y="2721453"/>
            <a:ext cx="22259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Студенты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: </a:t>
            </a:r>
            <a:endParaRPr lang="ru-RU" b="1" dirty="0">
              <a:solidFill>
                <a:schemeClr val="bg1">
                  <a:lumMod val="9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cs typeface="Times New Roman" panose="02020603050405020304" pitchFamily="18" charset="0"/>
            </a:endParaRPr>
          </a:p>
          <a:p>
            <a:pPr algn="just"/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Михаил Боков</a:t>
            </a:r>
          </a:p>
          <a:p>
            <a:pPr algn="just"/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Степан Пестов</a:t>
            </a:r>
          </a:p>
          <a:p>
            <a:pPr algn="just"/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Максим Шильников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2CD271-196C-A912-1EBE-750661609990}"/>
              </a:ext>
            </a:extLst>
          </p:cNvPr>
          <p:cNvSpPr txBox="1"/>
          <p:nvPr/>
        </p:nvSpPr>
        <p:spPr>
          <a:xfrm>
            <a:off x="3529526" y="1690521"/>
            <a:ext cx="5439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Тема проекта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«Создание макета помещения по ТЗ» </a:t>
            </a:r>
          </a:p>
        </p:txBody>
      </p:sp>
    </p:spTree>
    <p:extLst>
      <p:ext uri="{BB962C8B-B14F-4D97-AF65-F5344CB8AC3E}">
        <p14:creationId xmlns:p14="http://schemas.microsoft.com/office/powerpoint/2010/main" val="2186413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Изображение выглядит как дом, дизайн, черно-белый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04F1972-FA75-FB3D-0EFE-18AAF9A27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498" y="0"/>
            <a:ext cx="6869003" cy="6869003"/>
          </a:xfrm>
          <a:prstGeom prst="rect">
            <a:avLst/>
          </a:prstGeom>
          <a:solidFill>
            <a:srgbClr val="3D3E40"/>
          </a:solidFill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DE28726-1D4A-F72F-B8CA-E310346E27D8}"/>
              </a:ext>
            </a:extLst>
          </p:cNvPr>
          <p:cNvSpPr/>
          <p:nvPr/>
        </p:nvSpPr>
        <p:spPr>
          <a:xfrm>
            <a:off x="962526" y="-11001"/>
            <a:ext cx="1698972" cy="686900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4A1972E-E493-FB66-E0C9-94ACE3223F8C}"/>
              </a:ext>
            </a:extLst>
          </p:cNvPr>
          <p:cNvSpPr/>
          <p:nvPr/>
        </p:nvSpPr>
        <p:spPr>
          <a:xfrm>
            <a:off x="9530501" y="-11002"/>
            <a:ext cx="1698972" cy="686900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622A3F-A9EF-5C4F-A7E2-6CD42F77C045}"/>
              </a:ext>
            </a:extLst>
          </p:cNvPr>
          <p:cNvSpPr/>
          <p:nvPr/>
        </p:nvSpPr>
        <p:spPr>
          <a:xfrm>
            <a:off x="2661497" y="0"/>
            <a:ext cx="6869003" cy="6858000"/>
          </a:xfrm>
          <a:prstGeom prst="rect">
            <a:avLst/>
          </a:prstGeom>
          <a:gradFill>
            <a:gsLst>
              <a:gs pos="0">
                <a:schemeClr val="bg1">
                  <a:lumMod val="95000"/>
                  <a:alpha val="50000"/>
                </a:schemeClr>
              </a:gs>
              <a:gs pos="63000">
                <a:schemeClr val="bg2">
                  <a:lumMod val="50000"/>
                </a:schemeClr>
              </a:gs>
              <a:gs pos="100000">
                <a:srgbClr val="3C3D3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667EE6-9353-657A-36CD-16B781FE0C88}"/>
              </a:ext>
            </a:extLst>
          </p:cNvPr>
          <p:cNvSpPr txBox="1"/>
          <p:nvPr/>
        </p:nvSpPr>
        <p:spPr>
          <a:xfrm>
            <a:off x="3047196" y="772233"/>
            <a:ext cx="60976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company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asks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yo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u t o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recommend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a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compute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r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and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wor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k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station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configuration</a:t>
            </a:r>
            <a:endParaRPr lang="ru-RU" sz="2000" b="1" dirty="0">
              <a:solidFill>
                <a:schemeClr val="bg1">
                  <a:lumMod val="9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cs typeface="Times New Roman" panose="02020603050405020304" pitchFamily="18" charset="0"/>
            </a:endParaRPr>
          </a:p>
          <a:p>
            <a:pPr algn="just"/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for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thei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r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sales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team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In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small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groups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,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decide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what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t o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recommend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Use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office</a:t>
            </a:r>
            <a:endParaRPr lang="ru-RU" sz="2000" b="1" dirty="0">
              <a:solidFill>
                <a:schemeClr val="bg1">
                  <a:lumMod val="9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cs typeface="Times New Roman" panose="02020603050405020304" pitchFamily="18" charset="0"/>
            </a:endParaRPr>
          </a:p>
          <a:p>
            <a:pPr algn="just"/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floor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plan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below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t o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prepare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compute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r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and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wor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k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station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configuration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Think</a:t>
            </a:r>
            <a:endParaRPr lang="ru-RU" sz="2000" b="1" dirty="0">
              <a:solidFill>
                <a:schemeClr val="bg1">
                  <a:lumMod val="9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cs typeface="Times New Roman" panose="02020603050405020304" pitchFamily="18" charset="0"/>
            </a:endParaRPr>
          </a:p>
          <a:p>
            <a:pPr algn="just"/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about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these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things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1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There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are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six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people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in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sales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team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2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Five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people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are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out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of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office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four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days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of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week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3 One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person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is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in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office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all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time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-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team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admin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assistant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4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Employees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need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a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network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connection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(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wired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and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wireless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5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Employees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print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,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scan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and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copy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6 Company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and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client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data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mus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t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be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stored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on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a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separate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device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and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backed</a:t>
            </a:r>
            <a:endParaRPr lang="ru-RU" sz="2000" b="1" dirty="0">
              <a:solidFill>
                <a:schemeClr val="bg1">
                  <a:lumMod val="9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cs typeface="Times New Roman" panose="02020603050405020304" pitchFamily="18" charset="0"/>
            </a:endParaRPr>
          </a:p>
          <a:p>
            <a:pPr algn="just"/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up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regularly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24F84-0F4C-7239-08B2-4D571530F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-18288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+mn-lt"/>
                <a:cs typeface="Times New Roman" panose="02020603050405020304" pitchFamily="18" charset="0"/>
              </a:rPr>
              <a:t>Terms of Reference</a:t>
            </a:r>
            <a:endParaRPr lang="ru-RU" b="1" dirty="0">
              <a:solidFill>
                <a:schemeClr val="bg1">
                  <a:lumMod val="9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774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F4F2D93F-0040-2C68-5427-19D5B32ADDCE}"/>
              </a:ext>
            </a:extLst>
          </p:cNvPr>
          <p:cNvGrpSpPr/>
          <p:nvPr/>
        </p:nvGrpSpPr>
        <p:grpSpPr>
          <a:xfrm>
            <a:off x="962526" y="-11002"/>
            <a:ext cx="10266947" cy="6880005"/>
            <a:chOff x="962526" y="-11002"/>
            <a:chExt cx="10266947" cy="6880005"/>
          </a:xfrm>
        </p:grpSpPr>
        <p:pic>
          <p:nvPicPr>
            <p:cNvPr id="4" name="Рисунок 3" descr="Изображение выглядит как дом, дизайн, черно-белый, искусство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CBEFC208-B268-60DF-02F9-6F752CC9F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1498" y="0"/>
              <a:ext cx="6869003" cy="6869003"/>
            </a:xfrm>
            <a:prstGeom prst="rect">
              <a:avLst/>
            </a:prstGeom>
            <a:solidFill>
              <a:srgbClr val="3D3E40"/>
            </a:solidFill>
          </p:spPr>
        </p:pic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EC51DAF-44AE-922A-7166-8C5B921B107A}"/>
                </a:ext>
              </a:extLst>
            </p:cNvPr>
            <p:cNvSpPr/>
            <p:nvPr/>
          </p:nvSpPr>
          <p:spPr>
            <a:xfrm>
              <a:off x="962526" y="-11001"/>
              <a:ext cx="1698972" cy="686900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7C1313C9-2349-2919-EF2F-F3BD12BA13CA}"/>
                </a:ext>
              </a:extLst>
            </p:cNvPr>
            <p:cNvSpPr/>
            <p:nvPr/>
          </p:nvSpPr>
          <p:spPr>
            <a:xfrm>
              <a:off x="9530501" y="-11002"/>
              <a:ext cx="1698972" cy="686900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266549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8AD6143-CB69-9BD4-2C97-FDCB7086F6F4}"/>
              </a:ext>
            </a:extLst>
          </p:cNvPr>
          <p:cNvGrpSpPr/>
          <p:nvPr/>
        </p:nvGrpSpPr>
        <p:grpSpPr>
          <a:xfrm>
            <a:off x="962526" y="-11002"/>
            <a:ext cx="10266947" cy="6880005"/>
            <a:chOff x="962526" y="-11002"/>
            <a:chExt cx="10266947" cy="6880005"/>
          </a:xfrm>
        </p:grpSpPr>
        <p:pic>
          <p:nvPicPr>
            <p:cNvPr id="5" name="Рисунок 4" descr="Изображение выглядит как дом, дизайн, черно-белый, искусство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1E23103C-0452-3F3B-DAEC-BF2B0EE52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1498" y="0"/>
              <a:ext cx="6869003" cy="6869003"/>
            </a:xfrm>
            <a:prstGeom prst="rect">
              <a:avLst/>
            </a:prstGeom>
            <a:solidFill>
              <a:srgbClr val="3D3E40"/>
            </a:solidFill>
          </p:spPr>
        </p:pic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4ED0BA7E-3B79-7DA4-43BD-22591C74CFA8}"/>
                </a:ext>
              </a:extLst>
            </p:cNvPr>
            <p:cNvSpPr/>
            <p:nvPr/>
          </p:nvSpPr>
          <p:spPr>
            <a:xfrm>
              <a:off x="962526" y="-11001"/>
              <a:ext cx="1698972" cy="686900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ED116D41-4289-2BFD-260A-CDBD97E7C73C}"/>
                </a:ext>
              </a:extLst>
            </p:cNvPr>
            <p:cNvSpPr/>
            <p:nvPr/>
          </p:nvSpPr>
          <p:spPr>
            <a:xfrm>
              <a:off x="9530501" y="-11002"/>
              <a:ext cx="1698972" cy="686900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815AD7F-550A-5061-D2F3-74C984B04BFD}"/>
              </a:ext>
            </a:extLst>
          </p:cNvPr>
          <p:cNvSpPr/>
          <p:nvPr/>
        </p:nvSpPr>
        <p:spPr>
          <a:xfrm>
            <a:off x="2661497" y="0"/>
            <a:ext cx="6869003" cy="6858000"/>
          </a:xfrm>
          <a:prstGeom prst="rect">
            <a:avLst/>
          </a:prstGeom>
          <a:gradFill>
            <a:gsLst>
              <a:gs pos="0">
                <a:schemeClr val="bg1">
                  <a:lumMod val="95000"/>
                  <a:alpha val="50000"/>
                </a:schemeClr>
              </a:gs>
              <a:gs pos="63000">
                <a:schemeClr val="bg2">
                  <a:lumMod val="50000"/>
                </a:schemeClr>
              </a:gs>
              <a:gs pos="100000">
                <a:srgbClr val="3C3D3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FCCBC2-867A-F609-0AB6-C7D2BA67EEF7}"/>
              </a:ext>
            </a:extLst>
          </p:cNvPr>
          <p:cNvSpPr txBox="1"/>
          <p:nvPr/>
        </p:nvSpPr>
        <p:spPr>
          <a:xfrm>
            <a:off x="2893248" y="64347"/>
            <a:ext cx="640550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Person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1:</a:t>
            </a:r>
          </a:p>
          <a:p>
            <a:pPr algn="just"/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company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asked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us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to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recommend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computers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and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workstations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for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their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sales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team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There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are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six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people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team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Five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are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out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of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office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four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days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a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week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One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admin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assistant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is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in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office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every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day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The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office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started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with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no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furniture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We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added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all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desks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,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chairs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,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and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other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items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part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of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project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</a:t>
            </a:r>
            <a:endParaRPr lang="en-US" b="1" dirty="0">
              <a:solidFill>
                <a:schemeClr val="bg1">
                  <a:lumMod val="9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cs typeface="Times New Roman" panose="02020603050405020304" pitchFamily="18" charset="0"/>
            </a:endParaRPr>
          </a:p>
          <a:p>
            <a:pPr algn="just"/>
            <a:endParaRPr lang="ru-RU" b="1" dirty="0">
              <a:solidFill>
                <a:schemeClr val="bg1">
                  <a:lumMod val="9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cs typeface="Times New Roman" panose="02020603050405020304" pitchFamily="18" charset="0"/>
            </a:endParaRPr>
          </a:p>
          <a:p>
            <a:pPr algn="just"/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Person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2: </a:t>
            </a:r>
          </a:p>
          <a:p>
            <a:pPr algn="just"/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floor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plan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shows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a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room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with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white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walls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and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a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gray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floor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There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are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eight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desks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with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chairs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Some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desks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have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one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screen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,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some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have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two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Plants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are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a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few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desks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A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round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table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with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two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chairs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and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a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plant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is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in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front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A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printer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and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file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cabinet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are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in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right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corner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Next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to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printer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,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in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right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bottom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corner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,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placed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a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server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for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backups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and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to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share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internet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in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office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</a:t>
            </a:r>
            <a:endParaRPr lang="en-US" b="1" dirty="0">
              <a:solidFill>
                <a:schemeClr val="bg1">
                  <a:lumMod val="9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cs typeface="Times New Roman" panose="02020603050405020304" pitchFamily="18" charset="0"/>
            </a:endParaRPr>
          </a:p>
          <a:p>
            <a:pPr algn="just"/>
            <a:endParaRPr lang="ru-RU" b="1" dirty="0">
              <a:solidFill>
                <a:schemeClr val="bg1">
                  <a:lumMod val="9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cs typeface="Times New Roman" panose="02020603050405020304" pitchFamily="18" charset="0"/>
            </a:endParaRPr>
          </a:p>
          <a:p>
            <a:pPr algn="just"/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Person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3:</a:t>
            </a:r>
          </a:p>
          <a:p>
            <a:pPr algn="just"/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We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suggest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laptops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for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all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six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people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Laptops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are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easy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to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carry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,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so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five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salespeople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can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work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anywhere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For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admin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,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add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a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big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screen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and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keyboard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their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desk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All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laptops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need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wired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and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wireless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networks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The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shared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printer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can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print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,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scan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,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and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copy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This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setup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saves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money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with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no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extra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big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computers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It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fits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a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team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that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moves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a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lot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Data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stays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safe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the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server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,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not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on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laptops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.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Everyone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can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connect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and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print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easily</a:t>
            </a:r>
            <a:endParaRPr lang="ru-RU" b="1" dirty="0">
              <a:solidFill>
                <a:schemeClr val="bg1">
                  <a:lumMod val="9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22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5EE9F39D-5F60-7DCB-F1B6-4186760F0D4B}"/>
              </a:ext>
            </a:extLst>
          </p:cNvPr>
          <p:cNvGrpSpPr/>
          <p:nvPr/>
        </p:nvGrpSpPr>
        <p:grpSpPr>
          <a:xfrm>
            <a:off x="962526" y="-11002"/>
            <a:ext cx="10266947" cy="6880005"/>
            <a:chOff x="962526" y="-11002"/>
            <a:chExt cx="10266947" cy="6880005"/>
          </a:xfrm>
        </p:grpSpPr>
        <p:pic>
          <p:nvPicPr>
            <p:cNvPr id="7" name="Рисунок 6" descr="Изображение выглядит как дом, дизайн, черно-белый, искусство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A64E0879-8A6E-9FCF-8908-2FAE106F61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1498" y="0"/>
              <a:ext cx="6869003" cy="6869003"/>
            </a:xfrm>
            <a:prstGeom prst="rect">
              <a:avLst/>
            </a:prstGeom>
            <a:solidFill>
              <a:srgbClr val="3D3E40"/>
            </a:solidFill>
          </p:spPr>
        </p:pic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E2F80EA6-06A5-F1DC-D18D-06BE38BF54D3}"/>
                </a:ext>
              </a:extLst>
            </p:cNvPr>
            <p:cNvSpPr/>
            <p:nvPr/>
          </p:nvSpPr>
          <p:spPr>
            <a:xfrm>
              <a:off x="962526" y="-11001"/>
              <a:ext cx="1698972" cy="686900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3647BB3-089E-438A-ED23-E5EB693254CF}"/>
                </a:ext>
              </a:extLst>
            </p:cNvPr>
            <p:cNvSpPr/>
            <p:nvPr/>
          </p:nvSpPr>
          <p:spPr>
            <a:xfrm>
              <a:off x="9530501" y="-11002"/>
              <a:ext cx="1698972" cy="686900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FE86CFD-97C2-86EA-C80D-4FE977099340}"/>
              </a:ext>
            </a:extLst>
          </p:cNvPr>
          <p:cNvSpPr/>
          <p:nvPr/>
        </p:nvSpPr>
        <p:spPr>
          <a:xfrm>
            <a:off x="2661497" y="0"/>
            <a:ext cx="6869003" cy="6858000"/>
          </a:xfrm>
          <a:prstGeom prst="rect">
            <a:avLst/>
          </a:prstGeom>
          <a:gradFill>
            <a:gsLst>
              <a:gs pos="0">
                <a:schemeClr val="bg1">
                  <a:lumMod val="95000"/>
                  <a:alpha val="50000"/>
                </a:schemeClr>
              </a:gs>
              <a:gs pos="63000">
                <a:schemeClr val="bg2">
                  <a:lumMod val="50000"/>
                </a:schemeClr>
              </a:gs>
              <a:gs pos="100000">
                <a:srgbClr val="3C3D3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EC8C6F-03A1-37F9-2F3C-33631FC91C72}"/>
              </a:ext>
            </a:extLst>
          </p:cNvPr>
          <p:cNvSpPr txBox="1"/>
          <p:nvPr/>
        </p:nvSpPr>
        <p:spPr>
          <a:xfrm>
            <a:off x="5553175" y="2659559"/>
            <a:ext cx="10856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E</a:t>
            </a:r>
            <a:r>
              <a:rPr lang="ru-RU" sz="4400" b="1" dirty="0" err="1">
                <a:solidFill>
                  <a:schemeClr val="bg1">
                    <a:lumMod val="95000"/>
                  </a:schemeClr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cs typeface="Times New Roman" panose="02020603050405020304" pitchFamily="18" charset="0"/>
              </a:rPr>
              <a:t>nd</a:t>
            </a:r>
            <a:endParaRPr lang="ru-RU" sz="4400" b="1" dirty="0">
              <a:solidFill>
                <a:schemeClr val="bg1">
                  <a:lumMod val="9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1503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411</Words>
  <Application>Microsoft Office PowerPoint</Application>
  <PresentationFormat>Широкоэкранный</PresentationFormat>
  <Paragraphs>28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Terms of Reference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Пестов Степан Иванович</dc:creator>
  <cp:lastModifiedBy>Пестов Степан Иванович</cp:lastModifiedBy>
  <cp:revision>1</cp:revision>
  <dcterms:created xsi:type="dcterms:W3CDTF">2026-01-21T14:59:47Z</dcterms:created>
  <dcterms:modified xsi:type="dcterms:W3CDTF">2026-01-21T15:39:49Z</dcterms:modified>
</cp:coreProperties>
</file>